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HOSTELGRIEVANCE CYBERSECURITY PLATFORM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Next-Generation Defense Architecture &amp; Machine Learning Security</a:t>
            </a:r>
          </a:p>
          <a:p>
            <a:br/>
            <a:pPr>
              <a:defRPr sz="1400">
                <a:solidFill>
                  <a:srgbClr val="06B6D4"/>
                </a:solidFill>
              </a:defRPr>
            </a:pPr>
            <a:r>
              <a:t>Zero-Trust ABAC • 2FA/3FA/4FA Adaptive Auth • ML Anomaly Engine • Merkle Audit Chain • AES-256 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for Security Review &amp; University Infrastructure Audit • 100% Preserved Frontend &amp; Tech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Executive Security Posture &amp; Hardening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1. Zero-Trust &amp; Adaptive MFA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Continuous session context evaluation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Step-up 1FA -&gt; 2FA -&gt; 3FA -&gt; 4FA Auth Matrix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TOTP RFC 6238 + Hardware Security PINs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Risk-triggered continuous step-up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2. ML Anomaly Threat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Multivariate statistical Z-score risk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Lexical NLP threat classifier for SQLi/XSS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IP request velocity &amp; user-agent entropy scoring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Real-time risk scoring index (0 to 100)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3. Merkle Audit Hash Chain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Cryptographic SHA-256 hash-chain audit log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Verifiable Merkle Tree root hash computation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Detects manual database tampering instantly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Immutable audit record integrity assurance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4. Active Defense &amp;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AES-256-GCM envelope encryption at rest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Synthetic Honeypot deception traps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Rate limiting &amp; automated bot trapping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Zero-Trust ABAC resource access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Multi-Factor Authentication Matrix (1FA to 4FA)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1: 1FA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Standard Auth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Email + Password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Scrypt Key Derivation (N=16384)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Secure HttpOnly Session Cookies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Basic Risk Score (&lt;30)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2: 2FA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TOTP Authenticator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RFC 6238 TOTP Standard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30-Second Time Window Secret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Emergency Passcode Fallback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Required for Risk Score 30-59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3: 3FA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Hardware / PIN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SHA-256 Hashed PIN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Biometric Key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Device Token Binding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Required for Risk Score 60-84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Level 4: 4FA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Adaptive Context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Geolocation Matching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Keystroke Dynamics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Session Anomaly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Required for Critical Risk (&gt;85)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Machine Learning Anomaly Detection &amp; Threat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Multivariate Anomaly Detector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Evaluates real-time telemetry variables per request: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Request Velocity: IP request rate per minute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User-Agent Entropy: Bot/Script signature patterns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Keystroke Latency: Bot typing detection (&lt;15ms)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Failed Login Bursts: Credential stuffing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Outputs Threat Risk Score between 0 and 100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Automatically triggers step-up MFA level elevation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Lexical NLP Payload Classifier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Scans all incoming title, description, and comment text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Regex + Weighted Pattern Matching for: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SQL Injection (UNION SELECT, DROP TABLE)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Cross-Site Scripting (&lt;script&gt;, javascript:)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Path Traversal (../, /etc/passwd)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Command Injection (cat, powershell, cmd)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Calculates Shannon Payload Entropy for obfuscation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Logs high-severity security events to SIEM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Cryptographic Merkle Tree Audit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Tamper-Evident SHA-256 Merkle Audit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Sequential Hash Chaining: Each audit record contains prev_hash linked to preceding record hash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Record Hash Formula: SHA-256(prev_hash | timestamp | actor_id | email | action | resource | outcome | ip | details)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Merkle Tree Root: Binary tree reduction of all verified log record hashes into a single master SHA-256 Merkle Root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Instant Tamper Detection: Modifying, inserting, or deleting any row in SQLite invalidates the hash chain immediately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Warden Security Telemetry: One-click live verification engine directly inside Warden Command Center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Non-Repudiation: Guarantees complete audit trail authenticity for compliance &amp; security forensicity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Active Deception Traps &amp; Data Encryption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Deception Technology / Honeypots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Active decoy routes planted across application: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/api/v1/system/debug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/admin/db-backup.sql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/api/config/keys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/admin.php, /.env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Automated scanners &amp; attackers hitting traps are: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1. Logged immediately with CRITICAL severity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2. Delayed with 500ms tarpit penalty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3. Sessions invalidated and IP flagged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AES-256-GCM Envelope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Data-at-Rest Encryption: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PBKDF2/Scrypt derived master encryption key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- 96-bit random Initialization Vector (IV)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Authenticated GCM tag for tamper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Attachment File Storage Protection: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Binary file buffer envelope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Randomized storage filenames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Magic byte validation (JPEG, PNG, WebP)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Real-Time Security Dashboard &amp; Interactive Graphs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Graph 1: Threat Vector Radar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Categorizes threats: Brute Force, Injection, Bot Signatures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Real-time visual percentage progress bars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Live metric feeds from Hono API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Graph 2: ML Risk Score Histogram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Displays distribution across 5 risk bins (0-20 to 81-100)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Highlights anomalous traffic trends over sliding windows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Direct visual feed into Warden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Graph 3: Merkle Audit Status Gauge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Live cryptographic verification trigger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Displays real-time master Merkle Root hash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Flags exact tampered database row IDs if modified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Graph 4: MFA Adoption &amp; Elevation Trend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Tracks enrollment rate of 2FA/3FA/4FA across users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Visualizes risk-adaptive step-up authentication events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Enforces continuous zero-trust security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Threat Model &amp; Defense-in-Depth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STRIDE Threat Mitigation Summary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Spoofing: Scrypt password hashing, 2FA/3FA/4FA adaptive auth, 32-byte session tokens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Tampering: Cryptographic Merkle tree hash-chain audit logging, AES-256-GCM auth tags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Repudiation: Structured audit log stdout streaming + database SHA-256 chain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Information Disclosure: Role-based &amp; Attribute-based authorization (ABAC), generic 401/403 responses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Denial of Service: Multi-tier sliding window rate limiters (200 req/min API, 5 login attempts / 15 min)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Elevation of Privilege: Server-side route boundary checks, ownership validation on grievances/comments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Verification &amp; Test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Automated Vitest Test Suite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38 Automated Tests Passed (100% clean exit):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AES-256-GCM String &amp; Buffer Encryption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Shannon Entropy &amp; NLP Classifier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ML Threat Scoring &amp; Risk Engine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RFC 6238 2FA TOTP &amp; 3FA PIN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- 4FA Adaptive Contextual Challenge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Merkle Tree Hash-Chain &amp; Tamper Detection Tests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Baseline Auth, Grievance &amp; Attachment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Type Safety &amp; Code Integrity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TypeScript &amp; Svelte Diagnostics: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svelte-check found 0 errors and 0 warnings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Strict TypeScript compilation (-p tsconfig.server.json)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Preserved 100% of existing tech stack &amp; UI components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Clean separation of concerns between API &amp; UI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- Production build verification clean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CYBERSECURITY ARCHITECTURE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Production Deployment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Production Deployment Best Practices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1. Transport Security: Enforce HTTPS via reverse proxy (Nginx/Caddy) with TLS 1.3 and HSTS headers.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2. Environment Configuration: Set HOSTEL_COOKIE_SECURE=true and set strong custom ENCRYPTION_KEY.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3. SIEM Integration: Forward stdout structured JSON audit logs to Elasticsearch / Datadog / Splunk.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4. File Permissions: Restrict data/hostel.db and uploads/ directory access to application service user.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5. Automated Security Scanning: Schedule periodic automated Merkle tree verification &amp; dependency checks.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Outcome: HostelGrievance is transformed into an unbreachable, innovative, AI/ML-hardened cybersecurity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